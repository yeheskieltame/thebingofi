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bingo on GIWA L2. You draft your own board and choose the numbers. Free to play, non gambling, live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compounding problems: bingo is pure luck, GameFi is a wagering pool with a game client, and web3 UX gates casual players behind a wallet.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rule changes: you draft your own board, and players call numbers in turns. Every call marks every board, so each turn trades your progress against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these screens is live at thebingofi.vercel.app. Guest can finish a match in under 30 seconds without a wallet.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are chess moves, not stat boosts: two per loadout, one charge, all counterable by Nullify. Rarity sells art, not power. Casual mode has no skills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chain is only ownership and catalog. Every rule runs on the authoritative server, zero transactions during a match, and the server only reads the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revenue line: primary sale plus 5 percent royalty. Price is computed on chain per call, rising with scarcity and decaying while idle. New season is one transaction per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play brings players in, daily puzzle and quests bring them back, share cards and profiles bring their friends, ownership is the exit. KPIs: DAU, retention, K factor, guest to wallet.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Contracts verified on GIWA Sepolia with full Foundry coverage, 282 automated tests, five skills seeded. Next: referral, clubs, GIWA ID and Dojang, peer to peer secondary.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Web2 gameplay, web3 ownership. Play it, then look at the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223751-11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234492-12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244544-13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259414-14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271425-15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283236-16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297339-17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308454-18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321339-19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-1785514341551-20.jpg"/>
          <p:cNvPicPr>
            <a:picLocks noChangeAspect="1"/>
          </p:cNvPicPr>
          <p:nvPr/>
        </p:nvPicPr>
        <p:blipFill>
          <a:blip r:embed="rId2"/>
          <a:srcRect b="1347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